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kuem-wordmark-carbon.svg" ContentType="image/svg+xml"/>
  <Override PartName="/ppt/media/kuem-wordmark-white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white.png"/><Relationship Id="rId3" Type="http://schemas.openxmlformats.org/officeDocument/2006/relationships/image" Target="../media/kuem-wordmark-white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white.png"/><Relationship Id="rId3" Type="http://schemas.openxmlformats.org/officeDocument/2006/relationships/image" Target="../media/kuem-wordmark-white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white.png"/><Relationship Id="rId3" Type="http://schemas.openxmlformats.org/officeDocument/2006/relationships/image" Target="../media/kuem-wordmark-white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uem-wordmark-carbon.png"/><Relationship Id="rId3" Type="http://schemas.openxmlformats.org/officeDocument/2006/relationships/image" Target="../media/kuem-wordmark-carbon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ca"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58800"/>
            <a:ext cx="1524000" cy="3683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0400" y="2286000"/>
            <a:ext cx="9525000" cy="1905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400" b="1" spc="-110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rPr lang="sl-SI"/>
              <a:t>Kliknite za naslov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60400" y="4368800"/>
            <a:ext cx="8255000" cy="508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E8E6E1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Podnaslov, projekt ali naročnik</a:t>
            </a:r>
          </a:p>
        </p:txBody>
      </p:sp>
      <p:sp>
        <p:nvSpPr>
          <p:cNvPr id="4" name="Meta"/>
          <p:cNvSpPr>
            <a:spLocks noGrp="1"/>
          </p:cNvSpPr>
          <p:nvPr>
            <p:ph type="body" idx="13"/>
          </p:nvPr>
        </p:nvSpPr>
        <p:spPr>
          <a:xfrm>
            <a:off x="660400" y="6096000"/>
            <a:ext cx="7620000" cy="3556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Ime Priimek · datum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glavje"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>
            <a:spLocks noGrp="1"/>
          </p:cNvSpPr>
          <p:nvPr>
            <p:ph type="body" idx="13"/>
          </p:nvPr>
        </p:nvSpPr>
        <p:spPr>
          <a:xfrm>
            <a:off x="660400" y="2413000"/>
            <a:ext cx="2540000" cy="2032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cap="all" spc="60">
                <a:solidFill>
                  <a:srgbClr val="4FA3AD"/>
                </a:solidFill>
                <a:latin typeface="Source Sans 3 Semibold"/>
                <a:cs typeface="Source Sans 3 Semibold"/>
              </a:defRPr>
            </a:lvl1pPr>
          </a:lstStyle>
          <a:p>
            <a:r>
              <a:rPr lang="sl-SI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0400" y="2717800"/>
            <a:ext cx="9525000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 b="1" spc="-80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rPr lang="sl-SI"/>
              <a:t>Kliknite za naslov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naslov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660400" y="1727200"/>
            <a:ext cx="108712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besedilo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e vsebin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naslov</a:t>
            </a:r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>
          <a:xfrm>
            <a:off x="660400" y="1727200"/>
            <a:ext cx="52324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besedilo</a:t>
            </a:r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>
          <a:xfrm>
            <a:off x="6299200" y="1727200"/>
            <a:ext cx="52324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besedilo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o naslov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naslov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jučni podatk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naslov</a:t>
            </a:r>
          </a:p>
        </p:txBody>
      </p:sp>
      <p:sp>
        <p:nvSpPr>
          <p:cNvPr id="3" name="Value 1"/>
          <p:cNvSpPr>
            <a:spLocks noGrp="1"/>
          </p:cNvSpPr>
          <p:nvPr>
            <p:ph type="body" idx="14"/>
          </p:nvPr>
        </p:nvSpPr>
        <p:spPr>
          <a:xfrm>
            <a:off x="660400" y="2540000"/>
            <a:ext cx="3352800" cy="762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spc="-100">
                <a:solidFill>
                  <a:srgbClr val="161A1D"/>
                </a:solidFill>
                <a:latin typeface="Space Grotesk"/>
                <a:cs typeface="Space Grotesk"/>
              </a:defRPr>
            </a:lvl1pPr>
          </a:lstStyle>
          <a:p>
            <a:r>
              <a:rPr lang="sl-SI"/>
              <a:t>00</a:t>
            </a:r>
          </a:p>
        </p:txBody>
      </p:sp>
      <p:sp>
        <p:nvSpPr>
          <p:cNvPr id="4" name="Label 1"/>
          <p:cNvSpPr>
            <a:spLocks noGrp="1"/>
          </p:cNvSpPr>
          <p:nvPr>
            <p:ph type="body" idx="15"/>
          </p:nvPr>
        </p:nvSpPr>
        <p:spPr>
          <a:xfrm>
            <a:off x="660400" y="3454400"/>
            <a:ext cx="33528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B4247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Metrika, enota in obdobje</a:t>
            </a:r>
          </a:p>
        </p:txBody>
      </p:sp>
      <p:sp>
        <p:nvSpPr>
          <p:cNvPr id="5" name="Value 2"/>
          <p:cNvSpPr>
            <a:spLocks noGrp="1"/>
          </p:cNvSpPr>
          <p:nvPr>
            <p:ph type="body" idx="16"/>
          </p:nvPr>
        </p:nvSpPr>
        <p:spPr>
          <a:xfrm>
            <a:off x="4419600" y="2540000"/>
            <a:ext cx="3352800" cy="762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spc="-100">
                <a:solidFill>
                  <a:srgbClr val="161A1D"/>
                </a:solidFill>
                <a:latin typeface="Space Grotesk"/>
                <a:cs typeface="Space Grotesk"/>
              </a:defRPr>
            </a:lvl1pPr>
          </a:lstStyle>
          <a:p>
            <a:r>
              <a:rPr lang="sl-SI"/>
              <a:t>00</a:t>
            </a:r>
          </a:p>
        </p:txBody>
      </p:sp>
      <p:sp>
        <p:nvSpPr>
          <p:cNvPr id="6" name="Label 2"/>
          <p:cNvSpPr>
            <a:spLocks noGrp="1"/>
          </p:cNvSpPr>
          <p:nvPr>
            <p:ph type="body" idx="17"/>
          </p:nvPr>
        </p:nvSpPr>
        <p:spPr>
          <a:xfrm>
            <a:off x="4419600" y="3454400"/>
            <a:ext cx="33528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B4247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Metrika, enota in obdobje</a:t>
            </a:r>
          </a:p>
        </p:txBody>
      </p:sp>
      <p:sp>
        <p:nvSpPr>
          <p:cNvPr id="7" name="Value 3"/>
          <p:cNvSpPr>
            <a:spLocks noGrp="1"/>
          </p:cNvSpPr>
          <p:nvPr>
            <p:ph type="body" idx="18"/>
          </p:nvPr>
        </p:nvSpPr>
        <p:spPr>
          <a:xfrm>
            <a:off x="8178800" y="2540000"/>
            <a:ext cx="3352800" cy="762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1" spc="-100">
                <a:solidFill>
                  <a:srgbClr val="161A1D"/>
                </a:solidFill>
                <a:latin typeface="Space Grotesk"/>
                <a:cs typeface="Space Grotesk"/>
              </a:defRPr>
            </a:lvl1pPr>
          </a:lstStyle>
          <a:p>
            <a:r>
              <a:rPr lang="sl-SI"/>
              <a:t>00</a:t>
            </a:r>
          </a:p>
        </p:txBody>
      </p:sp>
      <p:sp>
        <p:nvSpPr>
          <p:cNvPr id="8" name="Label 3"/>
          <p:cNvSpPr>
            <a:spLocks noGrp="1"/>
          </p:cNvSpPr>
          <p:nvPr>
            <p:ph type="body" idx="19"/>
          </p:nvPr>
        </p:nvSpPr>
        <p:spPr>
          <a:xfrm>
            <a:off x="8178800" y="3454400"/>
            <a:ext cx="33528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B4247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Metrika, enota in obdobje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ka in besedi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cture"/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8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Vstavite sliko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5029200" cy="15240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naslov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660400" y="2286000"/>
            <a:ext cx="5029200" cy="3556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  <a:defRPr sz="2000" b="0">
                <a:solidFill>
                  <a:srgbClr val="161A1D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Kliknite za besedilo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4673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ključek"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2286000"/>
            <a:ext cx="9525000" cy="1524000"/>
          </a:xfrm>
        </p:spPr>
        <p:txBody>
          <a:bodyPr vert="horz" lIns="0" tIns="0" rIns="0" bIns="0" anchor="b" anchorCtr="0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400" b="1" spc="-110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rPr lang="sl-SI"/>
              <a:t>Hvala.</a:t>
            </a:r>
          </a:p>
        </p:txBody>
      </p:sp>
      <p:sp>
        <p:nvSpPr>
          <p:cNvPr id="3" name="Contact"/>
          <p:cNvSpPr>
            <a:spLocks noGrp="1"/>
          </p:cNvSpPr>
          <p:nvPr>
            <p:ph type="body" idx="1"/>
          </p:nvPr>
        </p:nvSpPr>
        <p:spPr>
          <a:xfrm>
            <a:off x="660400" y="4064000"/>
            <a:ext cx="8255000" cy="762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E8E6E1"/>
                </a:solidFill>
                <a:latin typeface="Source Sans 3"/>
                <a:cs typeface="Source Sans 3"/>
              </a:defRPr>
            </a:lvl1pPr>
          </a:lstStyle>
          <a:p>
            <a:r>
              <a:rPr lang="sl-SI"/>
              <a:t>info@kuem.si · www.kuem.si</a:t>
            </a:r>
          </a:p>
        </p:txBody>
      </p:sp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B959B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azn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KUEM wordmark" descr="KUEM"/>
          <p:cNvPicPr>
            <a:picLocks noGrp="1"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254750"/>
            <a:ext cx="812800" cy="196850"/>
          </a:xfrm>
          <a:prstGeom prst="rect">
            <a:avLst/>
          </a:prstGeom>
        </p:spPr>
      </p:pic>
      <p:sp>
        <p:nvSpPr>
          <p:cNvPr id="21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22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0400" y="558800"/>
            <a:ext cx="10871200" cy="8636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naslov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660400" y="1727200"/>
            <a:ext cx="10871200" cy="4216400"/>
          </a:xfrm>
        </p:spPr>
        <p:txBody>
          <a:bodyPr vert="horz" lIns="0" tIns="0" rIns="0" bIns="0" anchor="t" anchorCtr="0">
            <a:normAutofit/>
          </a:bodyPr>
          <a:lstStyle/>
          <a:p>
            <a:r>
              <a:rPr lang="sl-SI"/>
              <a:t>Kliknite za besedilo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1930400" y="6286500"/>
            <a:ext cx="7620000" cy="165100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endParaRPr lang="sl-SI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15600" y="6286500"/>
            <a:ext cx="1016000" cy="165100"/>
          </a:xfr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96065"/>
                </a:solidFill>
                <a:latin typeface="Source Sans 3"/>
                <a:cs typeface="Source Sans 3"/>
              </a:defRPr>
            </a:lvl1pPr>
          </a:lstStyle>
          <a:p>
            <a:fld id="{B6F15528-21DE-4FAA-801E-634DDDAF4B2B}" type="slidenum">
              <a:rPr lang="sl-SI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indent="0" algn="l">
        <a:lnSpc>
          <a:spcPct val="105000"/>
        </a:lnSpc>
        <a:spcBef>
          <a:spcPts val="0"/>
        </a:spcBef>
        <a:spcAft>
          <a:spcPts val="0"/>
        </a:spcAft>
        <a:buNone/>
        <a:defRPr sz="4000" b="1" spc="-80">
          <a:solidFill>
            <a:srgbClr val="161A1D"/>
          </a:solidFill>
          <a:latin typeface="Space Grotesk"/>
          <a:cs typeface="Space Grotesk"/>
        </a:defRPr>
      </a:lvl1pPr>
    </p:titleStyle>
    <p:bodyStyle>
      <a:lvl1pPr marL="177800" indent="-177800" algn="l">
        <a:lnSpc>
          <a:spcPct val="120000"/>
        </a:lnSpc>
        <a:spcBef>
          <a:spcPts val="1200"/>
        </a:spcBef>
        <a:spcAft>
          <a:spcPts val="0"/>
        </a:spcAft>
        <a:buClr>
          <a:srgbClr val="156B75"/>
        </a:buClr>
        <a:buSzPct val="100000"/>
        <a:buFont typeface="Source Sans 3"/>
        <a:buChar char="▪"/>
        <a:defRPr sz="2000" b="0">
          <a:solidFill>
            <a:srgbClr val="161A1D"/>
          </a:solidFill>
          <a:latin typeface="Source Sans 3"/>
          <a:cs typeface="Source Sans 3"/>
        </a:defRPr>
      </a:lvl1pPr>
      <a:lvl2pPr marL="355600" indent="-355600" algn="l">
        <a:lnSpc>
          <a:spcPct val="120000"/>
        </a:lnSpc>
        <a:spcBef>
          <a:spcPts val="600"/>
        </a:spcBef>
        <a:spcAft>
          <a:spcPts val="0"/>
        </a:spcAft>
        <a:buClr>
          <a:srgbClr val="3B4247"/>
        </a:buClr>
        <a:buSzPct val="100000"/>
        <a:buFont typeface="Source Sans 3"/>
        <a:buChar char="–"/>
        <a:defRPr sz="1800" b="0">
          <a:solidFill>
            <a:srgbClr val="3B4247"/>
          </a:solidFill>
          <a:latin typeface="Source Sans 3"/>
          <a:cs typeface="Source Sans 3"/>
        </a:defRPr>
      </a:lvl2pPr>
      <a:lvl3pPr marL="533400" indent="-533400" algn="l">
        <a:lnSpc>
          <a:spcPct val="120000"/>
        </a:lnSpc>
        <a:spcBef>
          <a:spcPts val="400"/>
        </a:spcBef>
        <a:spcAft>
          <a:spcPts val="0"/>
        </a:spcAft>
        <a:buClr>
          <a:srgbClr val="3B4247"/>
        </a:buClr>
        <a:buSzPct val="100000"/>
        <a:buFont typeface="Source Sans 3"/>
        <a:buChar char="–"/>
        <a:defRPr sz="1600" b="0">
          <a:solidFill>
            <a:srgbClr val="3B4247"/>
          </a:solidFill>
          <a:latin typeface="Source Sans 3"/>
          <a:cs typeface="Source Sans 3"/>
        </a:defRPr>
      </a:lvl3pPr>
    </p:bodyStyle>
    <p:other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1800" b="0">
          <a:solidFill>
            <a:srgbClr val="161A1D"/>
          </a:solidFill>
          <a:latin typeface="Source Sans 3"/>
          <a:cs typeface="Source Sans 3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Od naprave do odločitve.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Digitalizacija in upravljanje infrastrukture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Ime Priimek · 1. januar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Kako deluje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Obstoječe infrastrukture ne zamenjamo. Povežemo jo.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Nexavia združuje podatke iz terenskih naprav, meritev in obstoječih sistemov.</a:t>
            </a:r>
          </a:p>
          <a:p>
            <a:r>
              <a:t>Enoten pregled nad stanjem infrastrukture.</a:t>
            </a:r>
          </a:p>
          <a:p>
            <a:r>
              <a:t>Hitrejše zaznavanje odstopanj in učinkovitejše ukrepanje.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 platforma, dva sloja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>
                <a:latin typeface="Space Grotesk"/>
              </a:rPr>
              <a:t>Nexavia</a:t>
            </a:r>
          </a:p>
          <a:p>
            <a:r>
              <a:t>Operativna podatkovna platforma: podatki, prikaz in upravljanje.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 sz="2400">
                <a:latin typeface="Space Grotesk"/>
              </a:rPr>
              <a:t>KAI</a:t>
            </a:r>
          </a:p>
          <a:p>
            <a:r>
              <a:t>Operativni pomočnik: analiza, opozorila in priporočila.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Naslov za graf ali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Uspešne zgodbe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≈ 1000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plinomerov, povezanih prek NB-IoT (Domplan)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4000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LoRaWAN adapterjev v uvajanju (Sombor)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panog na eni platformi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Naslov ob sliki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Ena kratka razlaga ali en ključni podatek.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Hvala.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info@kuem.si · www.kuem.si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EM">
  <a:themeElements>
    <a:clrScheme name="KUEM">
      <a:dk1>
        <a:srgbClr val="161A1D"/>
      </a:dk1>
      <a:lt1>
        <a:srgbClr val="FFFFFF"/>
      </a:lt1>
      <a:dk2>
        <a:srgbClr val="3B4247"/>
      </a:dk2>
      <a:lt2>
        <a:srgbClr val="E8E6E1"/>
      </a:lt2>
      <a:accent1>
        <a:srgbClr val="156B75"/>
      </a:accent1>
      <a:accent2>
        <a:srgbClr val="787F84"/>
      </a:accent2>
      <a:accent3>
        <a:srgbClr val="4FA3AD"/>
      </a:accent3>
      <a:accent4>
        <a:srgbClr val="C9C7C1"/>
      </a:accent4>
      <a:accent5>
        <a:srgbClr val="596065"/>
      </a:accent5>
      <a:accent6>
        <a:srgbClr val="F06432"/>
      </a:accent6>
      <a:hlink>
        <a:srgbClr val="156B75"/>
      </a:hlink>
      <a:folHlink>
        <a:srgbClr val="3B4247"/>
      </a:folHlink>
    </a:clrScheme>
    <a:fontScheme name="KUEM">
      <a:majorFont>
        <a:latin typeface="Space Grotesk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KUEM 16:9</dc:title>
  <dc:subject/>
  <dc:creator>KUEM d.o.o.</dc:creator>
  <cp:keywords/>
  <dc:description>KUEM presentation template, kuem-visual-identity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sl-SI</dc:language>
</cp:coreProperties>
</file>